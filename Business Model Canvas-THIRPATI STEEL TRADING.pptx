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B1DB-616B-46AE-BAE6-619A07D2B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F1E46-147B-49AF-A65B-2AAE24435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16D18-2FE4-4F14-A15F-6F340259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84BA5-3D58-4715-B586-F58AFA4E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48D8F-C353-41E0-A97D-496AC966E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2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F6FC-3D59-406B-A724-88C8A9FDB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6C5BD-4B54-48E3-BB99-8C40C2FE6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61718-0C77-4363-86B0-298ED854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594E7-5235-4668-A8D4-50240A670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513E4-4D4D-4052-9331-620DC897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6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0DB1-0611-4CC6-AA3C-2E1DB831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1B956-A368-4B2A-892E-C03C9E2A1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4E771-010B-49FD-A691-2007A812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484FD-FEA8-4B35-9700-06DE92FD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90C12-8717-41EA-B452-1663036F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62F60-421F-47BE-B06C-87A5A7C6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F3C17-6882-47F6-8992-0997B5459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CA05B-245F-4549-9357-B2B139F47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80640-2D09-438F-BA21-D15AF333B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C0AF2-93A0-4393-94DF-1CB6558D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23CED-98E4-40D5-A424-404CAD984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5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E1CE-61DD-4617-B830-FBCE76676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79227-E253-4A0E-BA40-000C38241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983BF-DF23-4E60-A031-8DEBBEDB2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435B4B-DE74-4AB0-88B2-8AFBFA015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B924D-32E8-4AA2-9140-CB40DB290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55B946-4B41-4113-A223-A252ABCA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1C5AC9-F21C-47D8-8D65-1C782F5F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6B8371-CC95-4A1C-8079-8BA89288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5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97899-8CA6-445F-B211-CD208DE6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CCE49-6347-494B-AE2C-7F8C6215E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2A968C-F596-4430-8668-E37C87CA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C28AE-2F35-42DA-923C-B7B601F3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92B22-EEA3-426C-92FE-E8559BA5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25E5D-9C0C-4958-BD6B-9ACCE336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2B5D2-A25F-4E7B-B7DB-502CCC12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8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31CA8-967E-4220-B3C3-369C5BB6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5D66B-243B-4D12-BF6A-49E4F2C72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18E46-1570-4359-B657-1670E5A40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A856C-1188-48E1-A297-36CAEBDF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7DAA9-C833-4D5D-B508-5B6231953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F3365-C3B4-490F-A314-647B4E7C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2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846E-0ECD-4590-9A79-1FC3383D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A8FED7-D7F8-48C3-8E63-81129ADA8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870F5-FCBE-4892-BCFD-05FB4BFD7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AAAFB-091D-4D7D-8EC3-0A2AE1E4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D3E71-1A58-4CD6-A320-676756EE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5D23C-809B-41BD-A3D5-699112E3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32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5B80E-51E4-4B92-8807-3803892F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8900B-C109-4FCB-A01C-F5AC738D1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501E8-7D48-4473-ADE7-5DB560A6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524D0-F01A-46EF-8A3E-E9469C963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5AB35-51BB-4669-AAF4-F0767F32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17F58-6C46-4734-8EA3-CB37E0A70A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B0E43-2488-42DD-8949-82A1E0A7C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E3642-BBB5-4C75-8B5C-0F24F539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25042-9E1E-4105-B96F-EF103B4F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8364E-67D5-400C-8803-7397C0A45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4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896E62-3421-4F12-B8E2-BEB9A4C2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760C8-7945-4D60-A5B5-792442DA4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42A3D-0165-406A-A316-578729AD8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EB49-39A4-4A24-8567-A5445CCBEA1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5B921-8295-4917-8E1F-D5C19BF07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0FBEC-709D-4CF6-9E20-B570A0E4F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82978-5AEA-4368-9FD0-B7443CEA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77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funstons.com/category/bible/daniel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C3107-E75D-4720-ACE4-9E9765ECF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Business Model Canvas-THIRPATI STEEL TRADING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42AC0-FFB1-4978-AA10-40C703069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027459" cy="287944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Steel and Building Materials Trading </a:t>
            </a:r>
          </a:p>
          <a:p>
            <a:r>
              <a:rPr lang="en-US" dirty="0">
                <a:solidFill>
                  <a:srgbClr val="7030A0"/>
                </a:solidFill>
              </a:rPr>
              <a:t>Products: TMT,MS &amp; GI </a:t>
            </a:r>
            <a:r>
              <a:rPr lang="en-US" dirty="0" err="1">
                <a:solidFill>
                  <a:srgbClr val="7030A0"/>
                </a:solidFill>
              </a:rPr>
              <a:t>Pipes,Cement</a:t>
            </a:r>
            <a:r>
              <a:rPr lang="en-US" dirty="0">
                <a:solidFill>
                  <a:srgbClr val="7030A0"/>
                </a:solidFill>
              </a:rPr>
              <a:t> </a:t>
            </a:r>
          </a:p>
          <a:p>
            <a:r>
              <a:rPr lang="en-US" dirty="0">
                <a:solidFill>
                  <a:srgbClr val="7030A0"/>
                </a:solidFill>
              </a:rPr>
              <a:t>Location:    13,Dhharapuram </a:t>
            </a:r>
            <a:r>
              <a:rPr lang="en-US" dirty="0" err="1">
                <a:solidFill>
                  <a:srgbClr val="7030A0"/>
                </a:solidFill>
              </a:rPr>
              <a:t>Road,Sivasakthi</a:t>
            </a:r>
            <a:r>
              <a:rPr lang="en-US" dirty="0">
                <a:solidFill>
                  <a:srgbClr val="7030A0"/>
                </a:solidFill>
              </a:rPr>
              <a:t> colony,</a:t>
            </a:r>
          </a:p>
          <a:p>
            <a:r>
              <a:rPr lang="en-US" dirty="0">
                <a:solidFill>
                  <a:srgbClr val="7030A0"/>
                </a:solidFill>
              </a:rPr>
              <a:t>Udmalpet-642 126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024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5B94-9863-4E0F-AD38-CCD7A114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Company Overview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A07A6-D13B-42EF-B1F1-1C5342C2E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Main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Focus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r>
              <a:rPr lang="en-US" dirty="0"/>
              <a:t>Supplying quality steel materials</a:t>
            </a:r>
          </a:p>
          <a:p>
            <a:r>
              <a:rPr lang="en-US" dirty="0"/>
              <a:t>Reliable delivery</a:t>
            </a:r>
          </a:p>
          <a:p>
            <a:r>
              <a:rPr lang="en-US" dirty="0"/>
              <a:t>Competitive pricing</a:t>
            </a:r>
          </a:p>
          <a:p>
            <a:r>
              <a:rPr lang="en-US" dirty="0"/>
              <a:t>Strong supplier &amp; customer relationships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Key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Products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r>
              <a:rPr lang="en-US" dirty="0"/>
              <a:t>TMT Bars</a:t>
            </a:r>
          </a:p>
          <a:p>
            <a:r>
              <a:rPr lang="en-US" dirty="0"/>
              <a:t>MS Pipes</a:t>
            </a:r>
          </a:p>
          <a:p>
            <a:r>
              <a:rPr lang="en-US" dirty="0"/>
              <a:t>GI Pipes</a:t>
            </a:r>
          </a:p>
          <a:p>
            <a:r>
              <a:rPr lang="en-US" dirty="0"/>
              <a:t>Cement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68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A20B-D461-4573-A53C-3C9800DE1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Customer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4FFF1-9B37-402D-8DB0-883231DF0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Target Customers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/>
              <a:t>Local contractors</a:t>
            </a:r>
          </a:p>
          <a:p>
            <a:r>
              <a:rPr lang="en-US" dirty="0"/>
              <a:t>Small and medium builders</a:t>
            </a:r>
          </a:p>
          <a:p>
            <a:r>
              <a:rPr lang="en-US" dirty="0"/>
              <a:t>Individual house construction customers</a:t>
            </a:r>
          </a:p>
          <a:p>
            <a:r>
              <a:rPr lang="en-US" dirty="0"/>
              <a:t>Hardware shops</a:t>
            </a:r>
          </a:p>
          <a:p>
            <a:r>
              <a:rPr lang="en-US" dirty="0"/>
              <a:t>Steel dealers purchasing bulk materials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267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5E82-101E-4FA8-BA60-31A2FD59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Value Proposition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831EF-FFB1-4778-AE1A-6ABA0CA35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30" y="1362635"/>
            <a:ext cx="11340352" cy="4778189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Timely delivery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Accurate weight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Transparent billing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Product knowledge provided to customers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Strong supplier support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Discount even for small quantity purchases.</a:t>
            </a:r>
          </a:p>
        </p:txBody>
      </p:sp>
    </p:spTree>
    <p:extLst>
      <p:ext uri="{BB962C8B-B14F-4D97-AF65-F5344CB8AC3E}">
        <p14:creationId xmlns:p14="http://schemas.microsoft.com/office/powerpoint/2010/main" val="94316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F1AB5-2AF2-4321-8DC0-A7C45918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Key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77EFF-62E8-4898-8F31-579C6006A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Main Business Operations</a:t>
            </a:r>
          </a:p>
          <a:p>
            <a:r>
              <a:rPr lang="en-US" dirty="0"/>
              <a:t>Procurement from suppliers</a:t>
            </a:r>
          </a:p>
          <a:p>
            <a:r>
              <a:rPr lang="en-US" dirty="0"/>
              <a:t>Managing inventory</a:t>
            </a:r>
          </a:p>
          <a:p>
            <a:r>
              <a:rPr lang="en-US" dirty="0"/>
              <a:t>Bulk order processing</a:t>
            </a:r>
          </a:p>
          <a:p>
            <a:r>
              <a:rPr lang="en-US" dirty="0"/>
              <a:t>Same day delivery coordination</a:t>
            </a:r>
          </a:p>
          <a:p>
            <a:r>
              <a:rPr lang="en-US" dirty="0"/>
              <a:t>Maintaining accurate weight &amp; billing</a:t>
            </a:r>
          </a:p>
          <a:p>
            <a:r>
              <a:rPr lang="en-US" dirty="0"/>
              <a:t>Direct supplier delivery for large orders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948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B49A-8E34-4DAB-ACB5-EDC34411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Key Partners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316C1-DAE8-4928-A972-B9296CCD8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Business partners</a:t>
            </a:r>
          </a:p>
          <a:p>
            <a:r>
              <a:rPr lang="en-US" dirty="0"/>
              <a:t>Steel manufacturers</a:t>
            </a:r>
          </a:p>
          <a:p>
            <a:r>
              <a:rPr lang="en-US" dirty="0"/>
              <a:t>Cement supplier</a:t>
            </a:r>
          </a:p>
          <a:p>
            <a:r>
              <a:rPr lang="en-US" dirty="0"/>
              <a:t>Transport and logistics providers</a:t>
            </a:r>
          </a:p>
          <a:p>
            <a:r>
              <a:rPr lang="en-US" dirty="0"/>
              <a:t>Construction contractors</a:t>
            </a:r>
          </a:p>
          <a:p>
            <a:r>
              <a:rPr lang="en-US" dirty="0"/>
              <a:t>Other steel dealers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Supplier salespersons support product sales and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informations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902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109-2352-4A84-85FF-82772FB31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CE622-00B3-4142-BD16-DD5F40989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we reach customers</a:t>
            </a:r>
          </a:p>
          <a:p>
            <a:r>
              <a:rPr lang="en-US" dirty="0"/>
              <a:t>Direct sales at shop</a:t>
            </a:r>
          </a:p>
          <a:p>
            <a:r>
              <a:rPr lang="en-US" dirty="0"/>
              <a:t>Dealer to dealer transactions</a:t>
            </a:r>
          </a:p>
          <a:p>
            <a:r>
              <a:rPr lang="en-US" dirty="0"/>
              <a:t>Supplier salespersons assisting product sales</a:t>
            </a:r>
          </a:p>
          <a:p>
            <a:r>
              <a:rPr lang="en-US" dirty="0"/>
              <a:t>Word-of-mouth customer </a:t>
            </a:r>
            <a:r>
              <a:rPr lang="en-US" dirty="0" err="1"/>
              <a:t>refferals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(No major marketing activities.)</a:t>
            </a:r>
          </a:p>
        </p:txBody>
      </p:sp>
    </p:spTree>
    <p:extLst>
      <p:ext uri="{BB962C8B-B14F-4D97-AF65-F5344CB8AC3E}">
        <p14:creationId xmlns:p14="http://schemas.microsoft.com/office/powerpoint/2010/main" val="727072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5CE5E-B95F-48CD-BD58-C35D694D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Cost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0FEBE-BA65-42F9-92AE-46C52DB8E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Major business cost</a:t>
            </a:r>
          </a:p>
          <a:p>
            <a:r>
              <a:rPr lang="en-US" dirty="0"/>
              <a:t>Shop/warehouse rent</a:t>
            </a:r>
          </a:p>
          <a:p>
            <a:r>
              <a:rPr lang="en-US" dirty="0" err="1"/>
              <a:t>Labour</a:t>
            </a:r>
            <a:r>
              <a:rPr lang="en-US" dirty="0"/>
              <a:t> wages</a:t>
            </a:r>
          </a:p>
          <a:p>
            <a:r>
              <a:rPr lang="en-US" dirty="0"/>
              <a:t>Transportation cost</a:t>
            </a:r>
          </a:p>
          <a:p>
            <a:r>
              <a:rPr lang="en-US" dirty="0"/>
              <a:t>Loading and unloading charges</a:t>
            </a:r>
          </a:p>
          <a:p>
            <a:r>
              <a:rPr lang="en-US" dirty="0"/>
              <a:t>Inventory purchase cost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03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882B-FC14-4CBF-AA8E-93C3F67FF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Revenue Streams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</a:rPr>
            </a:b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FE9E1-0742-4A46-AE16-A204DA51E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Margin on steel products</a:t>
            </a:r>
          </a:p>
          <a:p>
            <a:r>
              <a:rPr lang="en-US" dirty="0"/>
              <a:t>Margin on cement sales</a:t>
            </a:r>
          </a:p>
          <a:p>
            <a:r>
              <a:rPr lang="en-US" dirty="0"/>
              <a:t>Bulk order supply to contractors</a:t>
            </a:r>
          </a:p>
          <a:p>
            <a:r>
              <a:rPr lang="en-US" dirty="0"/>
              <a:t>Dealer to dealer transactions</a:t>
            </a:r>
          </a:p>
          <a:p>
            <a:r>
              <a:rPr lang="en-US" dirty="0"/>
              <a:t>(Same day payment for dealer transactions)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32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BE37-F341-454A-B03A-76EA8DD36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Customer Relationship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41B77E-01A2-4277-A759-1370C91BD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99457" y="1246094"/>
            <a:ext cx="2123094" cy="173915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5C9574-1811-4215-821F-E1482DA92006}"/>
              </a:ext>
            </a:extLst>
          </p:cNvPr>
          <p:cNvSpPr txBox="1"/>
          <p:nvPr/>
        </p:nvSpPr>
        <p:spPr>
          <a:xfrm>
            <a:off x="905436" y="2447365"/>
            <a:ext cx="678600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Honest weight measurements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Fair pricing strategy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Fast response on order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Clear product information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Long term relationship with dealers and customers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8168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257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Business Model Canvas-THIRPATI STEEL TRADING</vt:lpstr>
      <vt:lpstr>Company Overview </vt:lpstr>
      <vt:lpstr>Customer Segments</vt:lpstr>
      <vt:lpstr>Value Proposition </vt:lpstr>
      <vt:lpstr>Key Activities</vt:lpstr>
      <vt:lpstr>Key Partners</vt:lpstr>
      <vt:lpstr>Channels</vt:lpstr>
      <vt:lpstr>Cost Structure</vt:lpstr>
      <vt:lpstr>Revenue Streams </vt:lpstr>
      <vt:lpstr>Customer Relationship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Model Canvas-THIRPATI STEEL TRADING</dc:title>
  <dc:creator>Lenovo</dc:creator>
  <cp:lastModifiedBy>Lenovo</cp:lastModifiedBy>
  <cp:revision>10</cp:revision>
  <dcterms:created xsi:type="dcterms:W3CDTF">2026-03-11T09:07:28Z</dcterms:created>
  <dcterms:modified xsi:type="dcterms:W3CDTF">2026-03-11T10:22:09Z</dcterms:modified>
</cp:coreProperties>
</file>