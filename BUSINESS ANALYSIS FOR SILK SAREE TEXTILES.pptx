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993BF-F07E-4306-8257-5E2966EAF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12D55-90DD-42A7-88AC-91C7C1271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6C3AC-8B53-4761-8207-3B52A9432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03D3-A4F2-4746-A916-A175A386CAC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8C6CF-6A9D-4340-AE60-2992DB24B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76BF8-1CEB-4147-A06D-28FA6245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2989-A308-4D4E-85CD-844E76FAF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11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C49DB-D852-4737-B7A9-10ADAB317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CEC36-4F7A-4623-B93B-086067431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016F4-4F3E-474E-A384-DE9022306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03D3-A4F2-4746-A916-A175A386CAC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6BB95-0666-4819-A01B-24010EBE1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A648B-9F54-4B21-A13D-788278744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2989-A308-4D4E-85CD-844E76FAF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96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88D49-6B85-49D3-B883-BCA9ECB1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85580-F70C-441A-85B0-A25AFE271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777D2-1030-48D3-9191-17BA6859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03D3-A4F2-4746-A916-A175A386CAC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0218C-664A-4B59-B7FD-14954E04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AABF-DEFE-4BB4-8E81-63607983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2989-A308-4D4E-85CD-844E76FAF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26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122AA-F83B-4A8B-8026-8B4F690D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06714-6AC1-4681-8F45-C8D39E584A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EB906-EB3A-4FB0-8D6A-73DD6DA5E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323FF-BBD3-43C3-8B3E-1082FF780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03D3-A4F2-4746-A916-A175A386CAC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EB01A-4F7A-4C98-9A33-C9DDF0AB9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81A42-DC3D-40D7-9DD9-FE3286B9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2989-A308-4D4E-85CD-844E76FAF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44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DCF0-8139-459E-893F-E4DD2CF55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F9DED-4D24-4893-A1A9-2DBFF564F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0AFD2-5B6C-42B7-847C-1758F087C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C70FCD-81A9-4711-87EE-0757BAA90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3BDEB-C678-45E3-BEFA-57C2F5C10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13972-43EA-4B5A-AFB1-C9A833575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03D3-A4F2-4746-A916-A175A386CAC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E89AE-6C9A-447D-BC43-7C063D92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835DE7-141D-4207-8DCE-541F29E72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2989-A308-4D4E-85CD-844E76FAF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61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73D71-130C-4983-A627-806A133E7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A1131-4054-48B3-85EA-85A6B811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03D3-A4F2-4746-A916-A175A386CAC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A24AE-9D5F-4321-AFC0-F3F358D7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732AC-04B7-457C-BE6F-C0EEDF77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2989-A308-4D4E-85CD-844E76FAF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40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251FD8-37DA-4BA6-B387-91EB43880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03D3-A4F2-4746-A916-A175A386CAC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89A73-C162-467F-8AC7-0648FC5B5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10E0E-7563-4768-83D7-B923E69F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2989-A308-4D4E-85CD-844E76FAF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270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441CD-F65E-4EB8-9C90-5A13E8AC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AF47A-8F19-40DE-AA14-6B8917796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B6663-954E-4622-913B-249199473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272F8-1959-439A-A7E0-7F439C0A0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03D3-A4F2-4746-A916-A175A386CAC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7F2B9-3ADE-43CF-A9A0-CFA8ABB43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37416-E50B-469B-A1FB-1C1DA298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2989-A308-4D4E-85CD-844E76FAF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3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B3BD1-A2C9-45B2-8D8C-0162328F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836D98-F06F-4D48-B0C0-816D55E5B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C54B9-5C3B-4C29-99D3-EC432D519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86E8F-BF32-4D33-9659-3B25B8808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03D3-A4F2-4746-A916-A175A386CAC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33E16-75CE-43E9-ACB3-42B7C2A0E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3D1BE-3AB1-48C0-BBE9-D35F28382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2989-A308-4D4E-85CD-844E76FAF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85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DF899-04D3-4913-96EB-47D4E878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25ECE4-82B0-452E-B195-300528E6F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0E138-1937-4EA9-9655-33CE3C2A2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03D3-A4F2-4746-A916-A175A386CAC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23941-9D26-4B95-8E99-61B8BB31F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CFD51-B6BD-46C9-9D55-088D00A9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2989-A308-4D4E-85CD-844E76FAF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5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569177-097B-423F-805B-8507F0757A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80DA5-CD32-4DA5-80DE-DF83DB4F2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8B90A-DD79-4DEB-910F-CD067BB71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03D3-A4F2-4746-A916-A175A386CAC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89E51-40B6-4531-A308-C24D0AE6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7E36F-DC52-491F-AA29-CFA0CB84D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92989-A308-4D4E-85CD-844E76FAF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8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7742D3-5F66-4C1A-8433-DF0068E3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64902-178E-4F83-A253-2D51DDE36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B659B-DE43-4C8A-8343-09E19ACBC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803D3-A4F2-4746-A916-A175A386CAC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3B44D-F9CE-4D01-8ED3-B725C7D83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7ED7D-1434-49B0-934F-F02C9D0DB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92989-A308-4D4E-85CD-844E76FAF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541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DE73-E0E5-4D55-84BF-5DA06D4C2F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BUSINESS ANALYSIS FOR SILK SAREE TEXTILES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F9833-7940-42ED-8638-F15020039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IMPROVING OPERATIONS AND CUSTOMER EXPERIENCE</a:t>
            </a:r>
          </a:p>
        </p:txBody>
      </p:sp>
    </p:spTree>
    <p:extLst>
      <p:ext uri="{BB962C8B-B14F-4D97-AF65-F5344CB8AC3E}">
        <p14:creationId xmlns:p14="http://schemas.microsoft.com/office/powerpoint/2010/main" val="669124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633DB-6259-4D54-81F7-CEFB5A0A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BUSINESS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369CB-0973-44DE-95BB-FF9F77E8B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3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Customer enters store</a:t>
            </a:r>
            <a:br>
              <a:rPr lang="en-US" sz="2400" dirty="0"/>
            </a:br>
            <a:r>
              <a:rPr lang="en-US" sz="2400" dirty="0"/>
              <a:t>⬇</a:t>
            </a:r>
            <a:br>
              <a:rPr lang="en-US" sz="2400" dirty="0"/>
            </a:br>
            <a:r>
              <a:rPr lang="en-US" sz="2400" dirty="0"/>
              <a:t>Customer views saree collection</a:t>
            </a:r>
            <a:br>
              <a:rPr lang="en-US" sz="2400" dirty="0"/>
            </a:br>
            <a:r>
              <a:rPr lang="en-US" sz="2400" dirty="0"/>
              <a:t>⬇</a:t>
            </a:r>
            <a:br>
              <a:rPr lang="en-US" sz="2400" dirty="0"/>
            </a:br>
            <a:r>
              <a:rPr lang="en-US" sz="2400" dirty="0"/>
              <a:t>Salesperson shows sarees</a:t>
            </a:r>
            <a:br>
              <a:rPr lang="en-US" sz="2400" dirty="0"/>
            </a:br>
            <a:r>
              <a:rPr lang="en-US" sz="2400" dirty="0"/>
              <a:t>⬇</a:t>
            </a:r>
            <a:br>
              <a:rPr lang="en-US" sz="2400" dirty="0"/>
            </a:br>
            <a:r>
              <a:rPr lang="en-US" sz="2400" dirty="0"/>
              <a:t>Customer selects saree</a:t>
            </a:r>
            <a:br>
              <a:rPr lang="en-US" sz="2400" dirty="0"/>
            </a:br>
            <a:r>
              <a:rPr lang="en-US" sz="2400" dirty="0"/>
              <a:t>⬇</a:t>
            </a:r>
            <a:br>
              <a:rPr lang="en-US" sz="2400" dirty="0"/>
            </a:br>
            <a:r>
              <a:rPr lang="en-US" sz="2400" dirty="0"/>
              <a:t>Manual billing</a:t>
            </a:r>
            <a:br>
              <a:rPr lang="en-US" sz="2400" dirty="0"/>
            </a:br>
            <a:r>
              <a:rPr lang="en-US" sz="2400" dirty="0"/>
              <a:t>⬇</a:t>
            </a:r>
            <a:br>
              <a:rPr lang="en-US" sz="2400" dirty="0"/>
            </a:br>
            <a:r>
              <a:rPr lang="en-US" sz="2400" dirty="0"/>
              <a:t>Payment</a:t>
            </a:r>
            <a:br>
              <a:rPr lang="en-US" sz="2400" dirty="0"/>
            </a:br>
            <a:r>
              <a:rPr lang="en-US" sz="2400" dirty="0"/>
              <a:t>⬇</a:t>
            </a:r>
            <a:br>
              <a:rPr lang="en-US" sz="2400" dirty="0"/>
            </a:br>
            <a:r>
              <a:rPr lang="en-US" sz="2400" dirty="0"/>
              <a:t>Inventory updated manually</a:t>
            </a:r>
          </a:p>
        </p:txBody>
      </p:sp>
    </p:spTree>
    <p:extLst>
      <p:ext uri="{BB962C8B-B14F-4D97-AF65-F5344CB8AC3E}">
        <p14:creationId xmlns:p14="http://schemas.microsoft.com/office/powerpoint/2010/main" val="773957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DEE19-07E6-4F89-B9A6-A39B1530E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BUSINESS MODEL and MARKETING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C790-3BA6-4438-A39E-1227EC159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WALK-IN CUSTOMERS</a:t>
            </a:r>
          </a:p>
          <a:p>
            <a:r>
              <a:rPr lang="en-US" dirty="0"/>
              <a:t>WORD OF MOUTH MARKETING</a:t>
            </a:r>
          </a:p>
          <a:p>
            <a:r>
              <a:rPr lang="en-US" dirty="0"/>
              <a:t>MANUAL INVENTORY TRACKING</a:t>
            </a:r>
          </a:p>
          <a:p>
            <a:r>
              <a:rPr lang="en-US" dirty="0"/>
              <a:t>NO DIGITAL MARKETING</a:t>
            </a:r>
          </a:p>
          <a:p>
            <a:r>
              <a:rPr lang="en-US" dirty="0"/>
              <a:t>NO BILLING AND INVENTORY SOFTWARE</a:t>
            </a:r>
          </a:p>
        </p:txBody>
      </p:sp>
    </p:spTree>
    <p:extLst>
      <p:ext uri="{BB962C8B-B14F-4D97-AF65-F5344CB8AC3E}">
        <p14:creationId xmlns:p14="http://schemas.microsoft.com/office/powerpoint/2010/main" val="1121792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4D6D-1F26-4684-A72D-ED186B868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411AD-07E2-4D69-8097-68D22F852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 BILLING</a:t>
            </a:r>
          </a:p>
          <a:p>
            <a:r>
              <a:rPr lang="en-US" dirty="0"/>
              <a:t>DIFFICULTY TRACKING STOCK</a:t>
            </a:r>
          </a:p>
          <a:p>
            <a:r>
              <a:rPr lang="en-US" dirty="0"/>
              <a:t>NO INVENTORY MANAGEMENT SYSTEM</a:t>
            </a:r>
          </a:p>
          <a:p>
            <a:r>
              <a:rPr lang="en-US" dirty="0"/>
              <a:t>LIMITED NEW CUSTOMER</a:t>
            </a:r>
          </a:p>
          <a:p>
            <a:r>
              <a:rPr lang="en-US" dirty="0"/>
              <a:t>NO CUSTOMER HISTORY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758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DF283-7F1C-4140-8462-80ABAB310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94791-2C97-458F-A90D-8107419EA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SALES INVOICE</a:t>
            </a:r>
          </a:p>
          <a:p>
            <a:r>
              <a:rPr lang="en-US" dirty="0"/>
              <a:t>RECORD PAYMENT DETAILS</a:t>
            </a:r>
          </a:p>
          <a:p>
            <a:r>
              <a:rPr lang="en-US" dirty="0"/>
              <a:t>RECORD EXPENSES</a:t>
            </a:r>
          </a:p>
          <a:p>
            <a:r>
              <a:rPr lang="en-US" dirty="0"/>
              <a:t>DAILY ACCOUNTS MAINTENANCE</a:t>
            </a:r>
          </a:p>
          <a:p>
            <a:r>
              <a:rPr lang="en-US" dirty="0"/>
              <a:t>GENERATE PROFIT OR LOSS</a:t>
            </a:r>
          </a:p>
          <a:p>
            <a:r>
              <a:rPr lang="en-US" dirty="0"/>
              <a:t>ALL THE ACCONTS ARE MAINTAINED IN EXCEL</a:t>
            </a:r>
          </a:p>
        </p:txBody>
      </p:sp>
    </p:spTree>
    <p:extLst>
      <p:ext uri="{BB962C8B-B14F-4D97-AF65-F5344CB8AC3E}">
        <p14:creationId xmlns:p14="http://schemas.microsoft.com/office/powerpoint/2010/main" val="2910916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C51D-96B6-4865-A419-DF127847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A7179-BE5A-42DF-9E09-6C41EA4E2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BUDGET PLAINNING</a:t>
            </a:r>
          </a:p>
          <a:p>
            <a:r>
              <a:rPr lang="en-US" dirty="0"/>
              <a:t>COST CONTROL</a:t>
            </a:r>
          </a:p>
          <a:p>
            <a:r>
              <a:rPr lang="en-US" dirty="0"/>
              <a:t>INVESTMENT PLANNING</a:t>
            </a:r>
          </a:p>
          <a:p>
            <a:r>
              <a:rPr lang="en-US" dirty="0"/>
              <a:t>DECISION MAKING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715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85C7C-3CCA-48F2-9904-61882CDD2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AND HR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186E8-064B-4B72-9BE8-96096BC57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4236"/>
            <a:ext cx="10515600" cy="4351338"/>
          </a:xfrm>
        </p:spPr>
        <p:txBody>
          <a:bodyPr/>
          <a:lstStyle/>
          <a:p>
            <a:r>
              <a:rPr lang="en-US" dirty="0"/>
              <a:t>TRACKING ORDER</a:t>
            </a:r>
          </a:p>
          <a:p>
            <a:r>
              <a:rPr lang="en-US" dirty="0"/>
              <a:t>CUSTOMER RELATIONSHIP MANAGEMENT THROUGH </a:t>
            </a:r>
          </a:p>
          <a:p>
            <a:pPr marL="0" indent="0">
              <a:buNone/>
            </a:pPr>
            <a:r>
              <a:rPr lang="en-US" dirty="0"/>
              <a:t>WHATSAPP CONTACT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HIRING AND TRAIN THE SALES PERSON</a:t>
            </a:r>
          </a:p>
          <a:p>
            <a:r>
              <a:rPr lang="en-US" dirty="0"/>
              <a:t>TAILOR HIRING AND UPDATE THEM FOR CURRENT TREND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967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147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BUSINESS ANALYSIS FOR SILK SAREE TEXTILES</vt:lpstr>
      <vt:lpstr>CURRENT BUSINESS FLOW</vt:lpstr>
      <vt:lpstr>CURRENT BUSINESS MODEL and MARKETING </vt:lpstr>
      <vt:lpstr>OPERATIONS</vt:lpstr>
      <vt:lpstr>ACCOUNTS</vt:lpstr>
      <vt:lpstr>FINANCE</vt:lpstr>
      <vt:lpstr>MANAGEMENT AND HR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ANALYSIS FOR SILK SAREE TEXTILES</dc:title>
  <dc:creator>Lenovo</dc:creator>
  <cp:lastModifiedBy>Lenovo</cp:lastModifiedBy>
  <cp:revision>7</cp:revision>
  <dcterms:created xsi:type="dcterms:W3CDTF">2026-03-12T10:40:55Z</dcterms:created>
  <dcterms:modified xsi:type="dcterms:W3CDTF">2026-03-13T06:17:39Z</dcterms:modified>
</cp:coreProperties>
</file>