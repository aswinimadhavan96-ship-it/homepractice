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  <p:sldId id="267" r:id="rId9"/>
    <p:sldId id="261" r:id="rId10"/>
    <p:sldId id="262" r:id="rId11"/>
    <p:sldId id="272" r:id="rId12"/>
    <p:sldId id="271" r:id="rId13"/>
    <p:sldId id="263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A663-6FF6-4C3F-B8BF-0F375A6D1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85722-7F6B-45E9-82DA-62229F430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DE340-7E1F-4D4B-A064-88DC4D47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9CBE6-716A-474C-9D65-3707D03C2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5E3AF-A568-4DDE-AD4C-80B50AF1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82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C7590-C704-421B-ABB5-F488066D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E9175-DF4D-4EE3-987D-4A6D17B13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103B5-BB44-49A4-A1A2-355CA427B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094F-95AA-4F2D-A653-56BCACF1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11406-C03E-4BCD-AED9-A377DF4E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4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D301-8989-4FC5-8F0C-27C7BD70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E1C26-0294-4DD2-984E-A4AAE4064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15FD7-EE74-426D-925A-A15054E5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27055-4A8A-4D47-9777-E6A496E5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B0682-84A3-465A-85A6-B46D29BA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7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EC8F-EE1C-4ECB-B236-3A71B9998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C35F-5C2D-4EB4-AEE7-E9CBC1243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40561-B531-4852-B509-9671758A7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FB281-66CA-44D4-9701-19379A12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52AAD-30A1-4419-9044-ED054B7E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BF5BF-0D6D-43D6-8536-845C178C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0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3EAE-5B9A-4CAE-8640-C82CB82D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D6EBD-2D2C-4810-8D86-4AC4B23B9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AB176-1A37-458A-8084-F508BFB86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FB96D-121C-44D6-92B6-74024C135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4F553-1682-4D97-9F16-90ABFA3B9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40C14-8839-4E7C-9684-27E98B621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AF2F2B-F275-417B-ADA4-C562E353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3DA6F-42EC-4ACE-B89C-23333D483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5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4D17-26B5-4628-9A86-F534C4B36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5D7AB7-337A-41BD-BC47-AC70B100E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3CA80-3545-4D3F-A8EC-1AF165A0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C2E7B-D01A-4D50-BBDE-5C9A7311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8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DDCF5-ACA8-457F-A5FA-6C30F222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6C552-9CEA-4FDC-B4BB-47AE290FE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C4E03-403F-4BC3-A3DA-A5FDDA78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8872-8A56-4B4C-8974-312408F1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06876-9073-4849-8D0F-EB0EEE8DF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53BF2-24FB-422A-A3A4-2434E9CDB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3FEEE-0E57-4799-A491-7E5AFB1EA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A9981-5F67-4D40-B322-2F8F4D90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FCE46-108A-44F0-AE1D-734C13F5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8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99F3-4964-4965-931E-D3D5B9EE4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E5C8A4-2183-4D1F-B9A7-A809C688B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09E46-7F90-4799-8C0D-FDC68C48B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72D24-73AF-4B8E-9A1F-6DD4C27E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271F5-DF77-4BA1-9E6A-56589A6A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F978B-EEC8-4D8F-B54A-B7BEA53D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4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B2D1-53EC-45C9-9554-D7194860B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7C957-8A5C-40FA-9374-1E48D79A9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024FF-5574-4D68-AA70-2DA889397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19863-59A3-43F6-9DDB-3F197DAF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53690-716C-47C3-A74C-E7E1762C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2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C7E2C6-F5F6-402F-932E-5EB9F6D8F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3E2BC-06A3-47A2-90AD-680D9FCBE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5BF9A-C3A0-431A-9F8E-449763DC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4D144-926B-4D0F-A869-82A1A2C62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11981-DFF7-4AE3-93E6-21E385CE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9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85905-05A7-4DF6-BB0A-87F6FB3C9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A35ED-B533-4C9F-AB4E-2305AA482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D5CAF-6854-46F1-B248-4950BD54D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E8630-8087-4B72-8D8C-3F24E73D9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C8DDF-A647-4470-AD6B-B70F8B281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47CCD-C797-4D4F-A9AB-4606CE521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9A6E4-D15D-4701-B5B6-9DF54BD0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0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E201-75F8-48B9-B455-BBA5ACE6EE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SCREENS FOR SILK SAREE BUSINESS </a:t>
            </a:r>
          </a:p>
        </p:txBody>
      </p:sp>
      <p:sp>
        <p:nvSpPr>
          <p:cNvPr id="4" name="AutoShape 2" descr="https://chatgpt.com/backend-api/estuary/content?id=file_00000000611871fabbaf56bafe8f244e&amp;ts=492681&amp;p=fs&amp;cid=1&amp;sig=dd951777ce6125a36ec3d46f35185d80c6c38d6877de680d71cc2db6527537e6&amp;v=0">
            <a:extLst>
              <a:ext uri="{FF2B5EF4-FFF2-40B4-BE49-F238E27FC236}">
                <a16:creationId xmlns:a16="http://schemas.microsoft.com/office/drawing/2014/main" id="{7B499E75-9196-43B6-8211-7E72B84671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ttps://chatgpt.com/backend-api/estuary/content?id=file_00000000611871fabbaf56bafe8f244e&amp;ts=492681&amp;p=fs&amp;cid=1&amp;sig=dd951777ce6125a36ec3d46f35185d80c6c38d6877de680d71cc2db6527537e6&amp;v=0">
            <a:extLst>
              <a:ext uri="{FF2B5EF4-FFF2-40B4-BE49-F238E27FC236}">
                <a16:creationId xmlns:a16="http://schemas.microsoft.com/office/drawing/2014/main" id="{1F3D7A5F-D835-4C6C-BD89-578156510F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37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7405-D08E-489E-8E87-04CED209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LOGIN/SIGN UP SCREEN</a:t>
            </a:r>
            <a:br>
              <a:rPr lang="en-US" dirty="0"/>
            </a:br>
            <a:endParaRPr lang="en-US" dirty="0"/>
          </a:p>
        </p:txBody>
      </p:sp>
      <p:sp>
        <p:nvSpPr>
          <p:cNvPr id="6" name="AutoShape 6" descr="https://chatgpt.com/backend-api/estuary/content?id=file_00000000611871fabbaf56bafe8f244e&amp;ts=492681&amp;p=fs&amp;cid=1&amp;sig=dd951777ce6125a36ec3d46f35185d80c6c38d6877de680d71cc2db6527537e6&amp;v=0">
            <a:extLst>
              <a:ext uri="{FF2B5EF4-FFF2-40B4-BE49-F238E27FC236}">
                <a16:creationId xmlns:a16="http://schemas.microsoft.com/office/drawing/2014/main" id="{0D5C8224-79EB-4E21-9706-5E14A780AB0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sz="1400" dirty="0"/>
              <a:t>BRAND LOGO:</a:t>
            </a:r>
          </a:p>
          <a:p>
            <a:pPr marL="0" indent="0">
              <a:buNone/>
            </a:pPr>
            <a:r>
              <a:rPr lang="en-US" sz="1400" dirty="0"/>
              <a:t>EMAIL ADDRESS/MOBILE NUMBER: TEXT BOX</a:t>
            </a:r>
          </a:p>
          <a:p>
            <a:pPr marL="0" indent="0">
              <a:buNone/>
            </a:pPr>
            <a:r>
              <a:rPr lang="en-US" sz="1400" dirty="0"/>
              <a:t>PASSWORD: TEXT BOX</a:t>
            </a:r>
          </a:p>
          <a:p>
            <a:pPr marL="0" indent="0">
              <a:buNone/>
            </a:pPr>
            <a:r>
              <a:rPr lang="en-US" sz="1400" dirty="0"/>
              <a:t>REMEMBER ME: TEXT BOX</a:t>
            </a:r>
          </a:p>
          <a:p>
            <a:pPr marL="0" indent="0">
              <a:buNone/>
            </a:pPr>
            <a:r>
              <a:rPr lang="en-US" sz="1400" dirty="0"/>
              <a:t>LOGIN: BUTTON</a:t>
            </a:r>
          </a:p>
          <a:p>
            <a:pPr marL="0" indent="0">
              <a:buNone/>
            </a:pPr>
            <a:r>
              <a:rPr lang="en-US" sz="1400"/>
              <a:t>BIOMETRIC-BUTTON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FORGOT PASSWORD:LINK</a:t>
            </a:r>
          </a:p>
          <a:p>
            <a:pPr marL="0" indent="0">
              <a:buNone/>
            </a:pPr>
            <a:r>
              <a:rPr lang="en-US" sz="1400" dirty="0"/>
              <a:t>CREATE NEW ACCOUNT:BUTTON</a:t>
            </a:r>
          </a:p>
        </p:txBody>
      </p:sp>
    </p:spTree>
    <p:extLst>
      <p:ext uri="{BB962C8B-B14F-4D97-AF65-F5344CB8AC3E}">
        <p14:creationId xmlns:p14="http://schemas.microsoft.com/office/powerpoint/2010/main" val="166604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330D-B5F3-4376-8BCE-66FA68BA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HOME/DASHBOARD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91715-04A0-41ED-B2F1-9B9CC3AC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/>
              <a:t>HEADER SECTION 					</a:t>
            </a:r>
          </a:p>
          <a:p>
            <a:r>
              <a:rPr lang="en-US" sz="1400" dirty="0"/>
              <a:t>SEARCH BAR-SEARCH (TYPE OF SAREES )</a:t>
            </a:r>
          </a:p>
          <a:p>
            <a:r>
              <a:rPr lang="en-US" sz="1400" dirty="0"/>
              <a:t>FILTER ICON-FILTER</a:t>
            </a:r>
          </a:p>
          <a:p>
            <a:r>
              <a:rPr lang="en-US" sz="1400" dirty="0"/>
              <a:t>CART ICON –SHOPPING CART</a:t>
            </a:r>
          </a:p>
          <a:p>
            <a:r>
              <a:rPr lang="en-US" sz="1400" dirty="0"/>
              <a:t>PROFILE ICON-MY ACCOUNT</a:t>
            </a:r>
          </a:p>
          <a:p>
            <a:pPr marL="0" indent="0">
              <a:buNone/>
            </a:pPr>
            <a:r>
              <a:rPr lang="en-US" sz="1400" dirty="0"/>
              <a:t>BANNER SECTION</a:t>
            </a:r>
          </a:p>
          <a:p>
            <a:r>
              <a:rPr lang="en-US" sz="1400" dirty="0"/>
              <a:t>PROMOTION BANNER-FESTIVE COLLECTIONS(25% OFF)</a:t>
            </a:r>
          </a:p>
          <a:p>
            <a:r>
              <a:rPr lang="en-US" sz="1400" dirty="0"/>
              <a:t>BUTTON-SHOP NOW</a:t>
            </a:r>
          </a:p>
          <a:p>
            <a:pPr marL="0" indent="0">
              <a:buNone/>
            </a:pPr>
            <a:r>
              <a:rPr lang="en-US" sz="1400" dirty="0"/>
              <a:t>CATEGORY SECTION </a:t>
            </a:r>
          </a:p>
          <a:p>
            <a:r>
              <a:rPr lang="en-US" sz="1400" dirty="0"/>
              <a:t>CARD-SILK SAREE TYPE</a:t>
            </a:r>
          </a:p>
          <a:p>
            <a:r>
              <a:rPr lang="en-US" sz="1400" dirty="0"/>
              <a:t>CARD-BANARASI </a:t>
            </a:r>
          </a:p>
          <a:p>
            <a:r>
              <a:rPr lang="en-US" sz="1400" dirty="0"/>
              <a:t>CARD-SOFTSILK</a:t>
            </a:r>
          </a:p>
          <a:p>
            <a:r>
              <a:rPr lang="en-US" sz="1400" dirty="0"/>
              <a:t>CARD-BRIDAL</a:t>
            </a:r>
          </a:p>
          <a:p>
            <a:r>
              <a:rPr lang="en-US" sz="1400" dirty="0"/>
              <a:t>CARD-PURE ZARI </a:t>
            </a:r>
          </a:p>
          <a:p>
            <a:r>
              <a:rPr lang="en-US" sz="1400" dirty="0"/>
              <a:t>CARD-FANCY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3995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8A40-CB28-4C16-9559-68AB9C3C6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LISTING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C0528-FA34-4751-9616-0D75EE7F7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FILTER PANEL</a:t>
            </a:r>
          </a:p>
          <a:p>
            <a:r>
              <a:rPr lang="en-US" sz="1400" dirty="0"/>
              <a:t>SORT BY(PRICE:LOW TO HIGH/HIGH TO LOW)-DROP DOWN</a:t>
            </a:r>
          </a:p>
          <a:p>
            <a:r>
              <a:rPr lang="en-US" sz="1400" dirty="0"/>
              <a:t>PURE SILK: CHECK BOX</a:t>
            </a:r>
          </a:p>
          <a:p>
            <a:r>
              <a:rPr lang="en-US" sz="1400" dirty="0"/>
              <a:t>WITH ZARI-CHECK BOX</a:t>
            </a:r>
          </a:p>
          <a:p>
            <a:r>
              <a:rPr lang="en-US" sz="1400" dirty="0"/>
              <a:t>PRICE RANGE-PRICE RANGE SLIDER</a:t>
            </a:r>
          </a:p>
          <a:p>
            <a:r>
              <a:rPr lang="en-US" sz="1400" dirty="0"/>
              <a:t>COLOUR-DROP DOWN</a:t>
            </a:r>
          </a:p>
          <a:p>
            <a:r>
              <a:rPr lang="en-US" sz="1400" dirty="0"/>
              <a:t>OCCASION(WEDDING/FESTIVE/CASUAL)-DROP DOWN		</a:t>
            </a:r>
          </a:p>
          <a:p>
            <a:pPr marL="0" indent="0">
              <a:buNone/>
            </a:pPr>
            <a:r>
              <a:rPr lang="en-US" sz="1400" dirty="0"/>
              <a:t>PRODUCT CARD COMPONENTS			RATING STARS</a:t>
            </a:r>
          </a:p>
          <a:p>
            <a:r>
              <a:rPr lang="en-US" sz="1400" dirty="0"/>
              <a:t>PRODUCT IMAGE				VIEW DETAILS-BUTTON</a:t>
            </a:r>
          </a:p>
          <a:p>
            <a:r>
              <a:rPr lang="en-US" sz="1400" dirty="0"/>
              <a:t>SAREE NAME-LABEL				ADD TO CART-BUTTON</a:t>
            </a:r>
          </a:p>
          <a:p>
            <a:r>
              <a:rPr lang="en-US" sz="1400" dirty="0"/>
              <a:t>PRODUCT CODE-LABEL</a:t>
            </a:r>
          </a:p>
          <a:p>
            <a:r>
              <a:rPr lang="en-US" sz="1400" dirty="0"/>
              <a:t>PRICE-LABEL</a:t>
            </a:r>
          </a:p>
          <a:p>
            <a:r>
              <a:rPr lang="en-US" sz="1400" dirty="0"/>
              <a:t>DISCOUNT %-LABEL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51797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4AF6-5B27-4EA7-AF24-DA5F2458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369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DETAILS SCREEN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C502-EA29-40FE-9752-7179800C8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4729"/>
            <a:ext cx="10515600" cy="5092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SAREE INFORMATION SCREEN					ACTION BUTTONS</a:t>
            </a:r>
          </a:p>
          <a:p>
            <a:r>
              <a:rPr lang="en-US" sz="1400" dirty="0"/>
              <a:t>SAREE ID-LABEL						ADD TO CART-BUTTON</a:t>
            </a:r>
          </a:p>
          <a:p>
            <a:r>
              <a:rPr lang="en-US" sz="1400" dirty="0"/>
              <a:t>SAREE NAME-LABEL						BUY NOW-BUTTON</a:t>
            </a:r>
          </a:p>
          <a:p>
            <a:r>
              <a:rPr lang="en-US" sz="1400" dirty="0"/>
              <a:t>AVAILABLE STATUS(IN STOCK /OUT OF STOCK)-LABEL			ADD TO WISHLIST-BUTTON</a:t>
            </a:r>
          </a:p>
          <a:p>
            <a:r>
              <a:rPr lang="en-US" sz="1400" dirty="0"/>
              <a:t>PRICE-LABEL</a:t>
            </a:r>
          </a:p>
          <a:p>
            <a:r>
              <a:rPr lang="en-US" sz="1400" dirty="0"/>
              <a:t>DISCOUNT-LABEL</a:t>
            </a:r>
          </a:p>
          <a:p>
            <a:r>
              <a:rPr lang="en-US" sz="1400" dirty="0"/>
              <a:t>FABRIC TYPE-LABEL</a:t>
            </a:r>
          </a:p>
          <a:p>
            <a:r>
              <a:rPr lang="en-US" sz="1400" dirty="0"/>
              <a:t>BLOUSE INCLUDED (YES /NO)-LABEL</a:t>
            </a:r>
          </a:p>
          <a:p>
            <a:r>
              <a:rPr lang="en-US" sz="1400" dirty="0"/>
              <a:t>SAREE LENGTH-LABEL</a:t>
            </a:r>
          </a:p>
          <a:p>
            <a:r>
              <a:rPr lang="en-US" sz="1400" dirty="0"/>
              <a:t>WASH CARE-LABEL</a:t>
            </a:r>
          </a:p>
          <a:p>
            <a:pPr marL="0" indent="0">
              <a:buNone/>
            </a:pPr>
            <a:r>
              <a:rPr lang="en-US" sz="1400" dirty="0"/>
              <a:t>SELECTION OPTION</a:t>
            </a:r>
          </a:p>
          <a:p>
            <a:r>
              <a:rPr lang="en-US" sz="1400" dirty="0"/>
              <a:t>COLOR-DROPDOWN</a:t>
            </a:r>
          </a:p>
          <a:p>
            <a:r>
              <a:rPr lang="en-US" sz="1400" dirty="0"/>
              <a:t>QUANTITY-DROPDOWN</a:t>
            </a:r>
          </a:p>
          <a:p>
            <a:r>
              <a:rPr lang="en-US" sz="1400" dirty="0"/>
              <a:t>ACTION BUTTON</a:t>
            </a:r>
          </a:p>
        </p:txBody>
      </p:sp>
    </p:spTree>
    <p:extLst>
      <p:ext uri="{BB962C8B-B14F-4D97-AF65-F5344CB8AC3E}">
        <p14:creationId xmlns:p14="http://schemas.microsoft.com/office/powerpoint/2010/main" val="329094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1A77-802B-45D2-98D2-794BFA176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SHOPPING CART SCREEN(FOR ONLINE SHOP)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2B4EC-C075-4CE3-9B53-9D42D1D51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CART ITEM </a:t>
            </a:r>
          </a:p>
          <a:p>
            <a:r>
              <a:rPr lang="en-US" sz="1400" dirty="0"/>
              <a:t>SAREE ID-LABEL</a:t>
            </a:r>
          </a:p>
          <a:p>
            <a:r>
              <a:rPr lang="en-US" sz="1400" dirty="0"/>
              <a:t>SAREE NAME-LABEL</a:t>
            </a:r>
          </a:p>
          <a:p>
            <a:r>
              <a:rPr lang="en-US" sz="1400" dirty="0"/>
              <a:t>PRICE-LABEL</a:t>
            </a:r>
          </a:p>
          <a:p>
            <a:r>
              <a:rPr lang="en-US" sz="1400" dirty="0"/>
              <a:t>QUANTITY-TEXT BOX</a:t>
            </a:r>
          </a:p>
          <a:p>
            <a:r>
              <a:rPr lang="en-US" sz="1400" dirty="0"/>
              <a:t>REMOVE-BUTTON</a:t>
            </a:r>
          </a:p>
          <a:p>
            <a:pPr marL="0" indent="0">
              <a:buNone/>
            </a:pPr>
            <a:r>
              <a:rPr lang="en-US" sz="1400" dirty="0"/>
              <a:t>PRICE SUMMERY SECTION			ACTION BUTTON</a:t>
            </a:r>
          </a:p>
          <a:p>
            <a:r>
              <a:rPr lang="en-US" sz="1400" dirty="0"/>
              <a:t>SUB TOTAL-LABEL				PROCEED TO CHECKOUT-BUTTON</a:t>
            </a:r>
          </a:p>
          <a:p>
            <a:r>
              <a:rPr lang="en-US" sz="1400" dirty="0"/>
              <a:t>DISCOUNT-LABEL</a:t>
            </a:r>
          </a:p>
          <a:p>
            <a:r>
              <a:rPr lang="en-US" sz="1400" dirty="0"/>
              <a:t>SHIPPING-LABEL</a:t>
            </a:r>
          </a:p>
          <a:p>
            <a:r>
              <a:rPr lang="en-US" sz="1400" dirty="0"/>
              <a:t>GST-LABEL</a:t>
            </a:r>
          </a:p>
          <a:p>
            <a:r>
              <a:rPr lang="en-US" sz="1400" dirty="0"/>
              <a:t>TOTAL AMOUNT-LABEL</a:t>
            </a:r>
          </a:p>
          <a:p>
            <a:pPr marL="0" indent="0">
              <a:buNone/>
            </a:pPr>
            <a:r>
              <a:rPr lang="en-US" sz="1400" dirty="0"/>
              <a:t>	</a:t>
            </a:r>
          </a:p>
          <a:p>
            <a:pPr lvl="1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589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E50D4-E2D2-438E-B5E6-BDBF1DC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CHECKOUT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55ED2-781D-4D62-A11F-FC7DE45D5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DELIVERY ADDRESS SECTION			ORDER SUMMERY</a:t>
            </a:r>
          </a:p>
          <a:p>
            <a:r>
              <a:rPr lang="en-US" sz="1400" dirty="0"/>
              <a:t>NAME-TEXT BOX				ORDER ITEMS-LABEL</a:t>
            </a:r>
          </a:p>
          <a:p>
            <a:r>
              <a:rPr lang="en-US" sz="1400" dirty="0"/>
              <a:t>MOBILE NO-TEXT BOX				TATAL AMOUNT-LABEL</a:t>
            </a:r>
          </a:p>
          <a:p>
            <a:r>
              <a:rPr lang="en-US" sz="1400" dirty="0"/>
              <a:t>HOUSE NO/STREET-TEXT BOX			PLACE ORDER-BUTTON</a:t>
            </a:r>
          </a:p>
          <a:p>
            <a:r>
              <a:rPr lang="en-US" sz="1400" dirty="0"/>
              <a:t>CITY-TEXT BOX</a:t>
            </a:r>
          </a:p>
          <a:p>
            <a:r>
              <a:rPr lang="en-US" sz="1400" dirty="0"/>
              <a:t>STATE-DROP DOWN</a:t>
            </a:r>
          </a:p>
          <a:p>
            <a:r>
              <a:rPr lang="en-US" sz="1400" dirty="0"/>
              <a:t>PINCODE-TEXT BOX</a:t>
            </a:r>
          </a:p>
          <a:p>
            <a:r>
              <a:rPr lang="en-US" sz="1400" dirty="0"/>
              <a:t>COUNTRY-DROP DOWN</a:t>
            </a:r>
          </a:p>
          <a:p>
            <a:pPr marL="0" indent="0">
              <a:buNone/>
            </a:pPr>
            <a:r>
              <a:rPr lang="en-US" sz="1400" dirty="0"/>
              <a:t>PAYMENT SECTION				</a:t>
            </a:r>
          </a:p>
          <a:p>
            <a:r>
              <a:rPr lang="en-US" sz="1400" dirty="0"/>
              <a:t>CASH ON DELIVERY-RADIO BUTTON</a:t>
            </a:r>
          </a:p>
          <a:p>
            <a:r>
              <a:rPr lang="en-US" sz="1400" dirty="0"/>
              <a:t>CREDIT /DEBIT CARD-RADIO BUTTON</a:t>
            </a:r>
          </a:p>
          <a:p>
            <a:r>
              <a:rPr lang="en-US" sz="1400" dirty="0"/>
              <a:t>UPI-RADIO BUTTON</a:t>
            </a:r>
          </a:p>
          <a:p>
            <a:r>
              <a:rPr lang="en-US" sz="1400" dirty="0"/>
              <a:t>NET BANKING-RADIO BUTTON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6485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24C2-8CCA-471D-B50F-D7C2458F8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266"/>
            <a:ext cx="10515600" cy="1325563"/>
          </a:xfrm>
        </p:spPr>
        <p:txBody>
          <a:bodyPr/>
          <a:lstStyle/>
          <a:p>
            <a:r>
              <a:rPr lang="en-US" dirty="0"/>
              <a:t>ORDER CONFIRMATION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77163-8F9A-4943-A51C-AF0CCAE31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ORDER ID-LABEL</a:t>
            </a:r>
          </a:p>
          <a:p>
            <a:pPr marL="0" indent="0">
              <a:buNone/>
            </a:pPr>
            <a:r>
              <a:rPr lang="en-US" sz="1400" dirty="0"/>
              <a:t>ORDER STATUS-LABEL</a:t>
            </a:r>
          </a:p>
          <a:p>
            <a:pPr marL="0" indent="0">
              <a:buNone/>
            </a:pPr>
            <a:r>
              <a:rPr lang="en-US" sz="1400" dirty="0"/>
              <a:t>TICK MARK-ICON</a:t>
            </a:r>
          </a:p>
          <a:p>
            <a:pPr marL="0" indent="0">
              <a:buNone/>
            </a:pPr>
            <a:r>
              <a:rPr lang="en-US" sz="1400" dirty="0"/>
              <a:t>ESTIMATED DELIVERY DATE-LABEL</a:t>
            </a:r>
          </a:p>
          <a:p>
            <a:pPr marL="0" indent="0">
              <a:buNone/>
            </a:pPr>
            <a:r>
              <a:rPr lang="en-US" sz="1400" dirty="0"/>
              <a:t>TRACK ORDER-BUTTON</a:t>
            </a:r>
          </a:p>
          <a:p>
            <a:pPr marL="0" indent="0">
              <a:buNone/>
            </a:pPr>
            <a:r>
              <a:rPr lang="en-US" sz="1400" dirty="0"/>
              <a:t>CONTINUE SHOPPING-BUTTON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86361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23BE-940A-476E-AAAB-5041D2F1D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PANEL/INVENTORY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B0CA-7DAB-43F4-8EA8-2138D9B4C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PRODUCT MANAGEMENT SCREEN		</a:t>
            </a:r>
          </a:p>
          <a:p>
            <a:r>
              <a:rPr lang="en-US" sz="1200" dirty="0"/>
              <a:t>SAREE ID-TEXT BOX</a:t>
            </a:r>
          </a:p>
          <a:p>
            <a:r>
              <a:rPr lang="en-US" sz="1200" dirty="0"/>
              <a:t>SAREE NAME-TEXT BOX</a:t>
            </a:r>
          </a:p>
          <a:p>
            <a:r>
              <a:rPr lang="en-US" sz="1200" dirty="0"/>
              <a:t>CATEGORY-DROP DOWN</a:t>
            </a:r>
          </a:p>
          <a:p>
            <a:r>
              <a:rPr lang="en-US" sz="1200" dirty="0"/>
              <a:t>PURCHASE PRICE-TEXT BOX</a:t>
            </a:r>
          </a:p>
          <a:p>
            <a:r>
              <a:rPr lang="en-US" sz="1200" dirty="0"/>
              <a:t>SELLING PRICE-TEXT BOX</a:t>
            </a:r>
          </a:p>
          <a:p>
            <a:r>
              <a:rPr lang="en-US" sz="1200" dirty="0"/>
              <a:t>DISCOUNT-TEXT BOX</a:t>
            </a:r>
          </a:p>
          <a:p>
            <a:r>
              <a:rPr lang="en-US" sz="1200" dirty="0"/>
              <a:t>FABRIC TYPE-DROP DOWN</a:t>
            </a:r>
          </a:p>
          <a:p>
            <a:r>
              <a:rPr lang="en-US" sz="1200" dirty="0"/>
              <a:t>ZARI TYPE-DROP DOWN</a:t>
            </a:r>
          </a:p>
          <a:p>
            <a:r>
              <a:rPr lang="en-US" sz="1200" dirty="0"/>
              <a:t>STOCK QUANTITY-TEXT BOX</a:t>
            </a:r>
          </a:p>
          <a:p>
            <a:r>
              <a:rPr lang="en-US" sz="1200" dirty="0"/>
              <a:t>UPDATE SAREE IMAGE-FILE UPLOAD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80312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68961-EEF8-4644-BA93-CD26618CE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1272"/>
            <a:ext cx="10515600" cy="55254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/>
              <a:t>DASHBOARD SCREEN/SALES REPORT</a:t>
            </a:r>
          </a:p>
          <a:p>
            <a:r>
              <a:rPr lang="en-US" sz="1400" dirty="0"/>
              <a:t>TOTAL SALES-LABEL</a:t>
            </a:r>
          </a:p>
          <a:p>
            <a:r>
              <a:rPr lang="en-US" sz="1400" dirty="0"/>
              <a:t>TOTAL ORDERS-LABEL</a:t>
            </a:r>
          </a:p>
          <a:p>
            <a:r>
              <a:rPr lang="en-US" sz="1400" dirty="0"/>
              <a:t>LOW STOCK ITEMS-LABEL</a:t>
            </a:r>
          </a:p>
          <a:p>
            <a:r>
              <a:rPr lang="en-US" sz="1400" dirty="0"/>
              <a:t>TODAY’S REVENUE-LABEL</a:t>
            </a:r>
          </a:p>
          <a:p>
            <a:r>
              <a:rPr lang="en-US" sz="1400" dirty="0"/>
              <a:t>MOTHLY SALES CHART-GRAPH</a:t>
            </a:r>
          </a:p>
          <a:p>
            <a:r>
              <a:rPr lang="en-US" sz="1400" dirty="0"/>
              <a:t>EXPORT TO EXCEL-BUTTON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BILLING SCREEN(For Retail store)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BILL ID-TEXT BOX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CUSTOMER NAME-TEXT BOX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MOBILE NUMBER-TEXT BOX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SAREE ID-TEXT BOX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QUANTITY-TEXT BOX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TOTAL-LABEL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GST-LABEL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CUSTOMER POINTS-LABEL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FINAL AMOUNT-LABEL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PAEMENT(CASH/UPI/NETBANKING/CREDIT/DEBIT)-RADIO BUTTON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GENERATE BILL-BUTTON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PRINT INVOICE-BUTTON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7026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E177-C2FE-42E7-A32D-2BC7CDA1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SUPPLIER MANAGEMENT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6726B-6186-4CEB-A3CC-78D3DE9F7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SUPPLIER LIST</a:t>
            </a:r>
          </a:p>
          <a:p>
            <a:r>
              <a:rPr lang="en-US" sz="1400" dirty="0"/>
              <a:t>SUPPLIER ID-TEXT BOX</a:t>
            </a:r>
          </a:p>
          <a:p>
            <a:r>
              <a:rPr lang="en-US" sz="1400" dirty="0"/>
              <a:t>SUPPLIER NAME-TEXT BOX</a:t>
            </a:r>
          </a:p>
          <a:p>
            <a:r>
              <a:rPr lang="en-US" sz="1400" dirty="0"/>
              <a:t>CONTACT NUMBER-TEXT BOX</a:t>
            </a:r>
          </a:p>
          <a:p>
            <a:r>
              <a:rPr lang="en-US" sz="1400" dirty="0"/>
              <a:t>GST NUMBER-TEXT BOX</a:t>
            </a:r>
          </a:p>
          <a:p>
            <a:r>
              <a:rPr lang="en-US" sz="1400" dirty="0"/>
              <a:t>ADDRESS-TEXT BOX</a:t>
            </a:r>
          </a:p>
          <a:p>
            <a:r>
              <a:rPr lang="en-US" sz="1400" dirty="0"/>
              <a:t>SAVE-BUTTON</a:t>
            </a:r>
          </a:p>
          <a:p>
            <a:r>
              <a:rPr lang="en-US" sz="1400" dirty="0"/>
              <a:t>PENDING PAYMENTS-TEXT BOX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68924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8DFA-9C12-4004-A035-450254F9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REPORT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84B85-EE3B-4ED1-9D77-EDC19B77E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FROM DATE-DATE PICKER</a:t>
            </a:r>
          </a:p>
          <a:p>
            <a:r>
              <a:rPr lang="en-US" sz="1400" dirty="0"/>
              <a:t>TO DATE-DATE PICKER</a:t>
            </a:r>
          </a:p>
          <a:p>
            <a:r>
              <a:rPr lang="en-US" sz="1400" dirty="0"/>
              <a:t>CATEGORY-DROPDOWN</a:t>
            </a:r>
          </a:p>
          <a:p>
            <a:r>
              <a:rPr lang="en-US" sz="1400" dirty="0"/>
              <a:t>STAFF-DROPDOWN</a:t>
            </a:r>
          </a:p>
          <a:p>
            <a:r>
              <a:rPr lang="en-US" sz="1400" dirty="0"/>
              <a:t>SEARCH-BUTTON</a:t>
            </a:r>
          </a:p>
          <a:p>
            <a:pPr marL="0" indent="0">
              <a:buNone/>
            </a:pPr>
            <a:r>
              <a:rPr lang="en-US" sz="1400" dirty="0"/>
              <a:t>REPORT DATA</a:t>
            </a:r>
          </a:p>
          <a:p>
            <a:r>
              <a:rPr lang="en-US" sz="1400" dirty="0"/>
              <a:t>TOTAL SALES-LABEL</a:t>
            </a:r>
          </a:p>
          <a:p>
            <a:r>
              <a:rPr lang="en-US" sz="1400" dirty="0"/>
              <a:t>TOTAL BILLS-LABEL</a:t>
            </a:r>
          </a:p>
          <a:p>
            <a:r>
              <a:rPr lang="en-US" sz="1400" dirty="0"/>
              <a:t>TOTAL PROFIT/LOSS-LABEL</a:t>
            </a:r>
          </a:p>
          <a:p>
            <a:r>
              <a:rPr lang="en-US" sz="1400" dirty="0"/>
              <a:t>DAILY SALES GRAPH-CHART</a:t>
            </a:r>
          </a:p>
          <a:p>
            <a:r>
              <a:rPr lang="en-US" sz="1400" dirty="0"/>
              <a:t>EXPORT TO EXCEL-BUTTON</a:t>
            </a:r>
          </a:p>
          <a:p>
            <a:r>
              <a:rPr lang="en-US" sz="1400" dirty="0"/>
              <a:t>PRINT REPORT-BUTTON</a:t>
            </a:r>
          </a:p>
        </p:txBody>
      </p:sp>
    </p:spTree>
    <p:extLst>
      <p:ext uri="{BB962C8B-B14F-4D97-AF65-F5344CB8AC3E}">
        <p14:creationId xmlns:p14="http://schemas.microsoft.com/office/powerpoint/2010/main" val="192879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D2BD-35A9-45D4-88E8-53C017246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PROFILE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7F7A5-6E71-4BBB-A659-EF244DB52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CUTOMER NAME-LABEL</a:t>
            </a:r>
          </a:p>
          <a:p>
            <a:r>
              <a:rPr lang="en-US" sz="1400" dirty="0"/>
              <a:t>EMAIL-LABEL</a:t>
            </a:r>
          </a:p>
          <a:p>
            <a:r>
              <a:rPr lang="en-US" sz="1400" dirty="0"/>
              <a:t>MOBILE NUMBER-LABEL</a:t>
            </a:r>
          </a:p>
          <a:p>
            <a:r>
              <a:rPr lang="en-US" sz="1400" dirty="0"/>
              <a:t>CUSTOMER POINTS-LABEL</a:t>
            </a:r>
          </a:p>
          <a:p>
            <a:r>
              <a:rPr lang="en-US" sz="1400" dirty="0"/>
              <a:t>EDIT PROFILE-BUTTON</a:t>
            </a:r>
          </a:p>
          <a:p>
            <a:r>
              <a:rPr lang="en-US" sz="1400" dirty="0"/>
              <a:t>MY ORDER-BUTTON</a:t>
            </a:r>
          </a:p>
          <a:p>
            <a:r>
              <a:rPr lang="en-US" sz="1400" dirty="0"/>
              <a:t>WISHLIST-BUTTON</a:t>
            </a:r>
          </a:p>
          <a:p>
            <a:r>
              <a:rPr lang="en-US" sz="1400" dirty="0"/>
              <a:t>LOGOUT-BUTTON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87742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CA42-1507-40BD-AF73-2B910FF6A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266"/>
            <a:ext cx="10515600" cy="1325563"/>
          </a:xfrm>
        </p:spPr>
        <p:txBody>
          <a:bodyPr/>
          <a:lstStyle/>
          <a:p>
            <a:r>
              <a:rPr lang="en-US" dirty="0"/>
              <a:t>WISHLIST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4AAAE-7080-4AF9-8F91-58972EA55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PRODUCT IMAGE</a:t>
            </a:r>
          </a:p>
          <a:p>
            <a:r>
              <a:rPr lang="en-US" sz="1400" dirty="0"/>
              <a:t>SAREE NAME-LABEL</a:t>
            </a:r>
          </a:p>
          <a:p>
            <a:r>
              <a:rPr lang="en-US" sz="1400" dirty="0"/>
              <a:t>PRICE-LABEL</a:t>
            </a:r>
          </a:p>
          <a:p>
            <a:r>
              <a:rPr lang="en-US" sz="1400" dirty="0"/>
              <a:t>MOVE TO CART-BUTTON</a:t>
            </a:r>
          </a:p>
          <a:p>
            <a:r>
              <a:rPr lang="en-US" sz="1400" dirty="0"/>
              <a:t>REMOVE-BUTTON</a:t>
            </a:r>
          </a:p>
        </p:txBody>
      </p:sp>
    </p:spTree>
    <p:extLst>
      <p:ext uri="{BB962C8B-B14F-4D97-AF65-F5344CB8AC3E}">
        <p14:creationId xmlns:p14="http://schemas.microsoft.com/office/powerpoint/2010/main" val="694287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552</Words>
  <Application>Microsoft Office PowerPoint</Application>
  <PresentationFormat>Widescreen</PresentationFormat>
  <Paragraphs>161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SCREENS FOR SILK SAREE BUSINESS </vt:lpstr>
      <vt:lpstr>LOGIN/SIGN UP SCREEN </vt:lpstr>
      <vt:lpstr>HOME/DASHBOARD SCREEN</vt:lpstr>
      <vt:lpstr>PRODUCT LISTING SCREEN</vt:lpstr>
      <vt:lpstr>PRODUCT DETAILS SCREEN </vt:lpstr>
      <vt:lpstr>SHOPPING CART SCREEN(FOR ONLINE SHOP)</vt:lpstr>
      <vt:lpstr>CHECKOUT SCREEN</vt:lpstr>
      <vt:lpstr>ORDER CONFIRMATION SCREEN</vt:lpstr>
      <vt:lpstr>ADMIN PANEL/INVENTORY MANAGEMENT</vt:lpstr>
      <vt:lpstr>PowerPoint Presentation</vt:lpstr>
      <vt:lpstr>SUPPLIER MANAGEMENT SCREEN</vt:lpstr>
      <vt:lpstr>SALES REPORT SCREEN</vt:lpstr>
      <vt:lpstr>CUSTOMER PROFILE SCREEN</vt:lpstr>
      <vt:lpstr>WISHLIST SCREEN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32</cp:revision>
  <dcterms:created xsi:type="dcterms:W3CDTF">2026-03-16T10:08:01Z</dcterms:created>
  <dcterms:modified xsi:type="dcterms:W3CDTF">2026-03-17T10:22:29Z</dcterms:modified>
</cp:coreProperties>
</file>