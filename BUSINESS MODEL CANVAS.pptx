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DBA79-8F90-4C0B-B005-6C949A194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50EC1-A111-4046-82F1-C7171F800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3542F-A1B0-4739-9C2B-D9B081CD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369E2-5219-48AF-9257-D9AD7D0C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FB726-DD7B-4FAA-9113-D34206C6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9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70E3-44E8-4F08-B0AB-FE5541FFC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6E898-FDE5-4AA6-877D-5AFC3B102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CF666-793F-4731-AA15-F024278D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13EB7-4AC1-4662-AC6A-8E1B08C6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C4E1D-31A9-4170-8CA7-146B33F9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8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FF01-8923-4013-9854-A6629C40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028A7-7F1E-44B7-BE87-93BD5CE59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95015-32A6-47BA-8C95-9D1ACC61F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5E20A-7FEF-4E88-B6C1-AEBCF7F9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E950F-997E-41F2-911B-6EF258AC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F8556-B562-442E-85DC-0F75E90A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93E12-43AA-4A55-A924-63732A76E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0B71B-DE6B-4C34-BC35-1EF6405C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E7141-8DCE-4A34-BDDB-32617826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980B0-4FA3-4D6F-953E-A906B5ED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C87BF-3B76-4332-996D-E388A305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44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2E6D-61C9-4B1A-B747-80AE6002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C4624-9913-4FB6-8654-B5AFE627D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45A8E-8535-42EA-BEEB-B215D1D7B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1F151-BB95-450B-B5DB-93D2871D3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CB619-2DD1-4B6E-AC56-7946CE671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94FE6-7B01-4BE1-B0AD-6F84EF79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51965-C544-467B-A6F8-44E9B620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3522A-C7DD-418A-A043-9B25A1D0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7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5DFA-E6E8-4347-80F3-7F779083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C377E-1266-4248-AC63-6318B7C9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F70E4-7E58-4FF4-81DC-3231F4FE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DEB1B-B83B-4CBE-893C-183750CF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8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2DDF1-2B3E-49D0-8AC1-295E1A02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74842-0645-4DDA-9A83-95A3C0BF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BA42C-31F8-4164-A1BA-8F45438B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1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1316-2E1C-443B-883C-1E333618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F585B-BFF1-4318-ACB0-44D299F00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FCCE8-989E-4F30-9A54-334FA773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11055-B097-4CDD-B89A-3BB284A4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45A47-03FE-4ACD-BF72-AEA587C0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18C56-53DC-4B85-9C53-0450C608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9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3F091-7014-4C3A-943F-58E8849D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D0461-56AF-4353-984F-D64225DD3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4C1BA-5AFF-4435-96DB-64AFFCCDD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C7DFE-B9A3-41FC-86FC-3EA6FE1A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31B7-21C2-4016-8D13-73532951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033A0-69E4-4600-9857-E513F2A8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0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2C2D9-1F76-41E2-973E-3CC04D4B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DBF1E-33F9-4BA9-8412-97CBAB6AE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0C07-D33B-425C-8E2E-AE92EA9F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3C1D9-50E2-4BD3-97E4-8B2DB363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4FD4B-E3DA-4AF5-B21A-14022B80B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C16EE-A339-4653-A3BE-FF9206BBD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8059F-32AB-4FA0-8588-0B2297BAA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733C-0F0A-4F91-A950-482C0B86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957B4-C0F6-405D-B143-4567D12A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2C1DB-C570-4451-8BBB-837F9AB7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EF141-FA20-4F1B-91A1-EF98528F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BEC56-C0AF-41A7-B8DE-7C0494841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C4CE3-F4E7-479C-8585-8ABD94095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BAC91-0D44-4058-B88E-3448E8796A5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5097D-B318-402A-A98E-91B61ECDB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124D7-057C-44C2-BD8A-EFBD0846B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A08B0-4C9B-4381-9596-06AD33A2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36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peppermintindia/8375461819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F613-816F-43D4-91E1-29290190A7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BUSINESS MODEL CANVAS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AB4ED-62A7-432C-9202-68E8D6677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SILK SAREE TEXTILE BUSINESS</a:t>
            </a:r>
          </a:p>
          <a:p>
            <a:r>
              <a:rPr lang="en-US" dirty="0"/>
              <a:t>PRESENTED BY M.ASWINI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5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FDC07-8C26-4A04-9849-6FAC1C63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Customer Segments 👩‍👩‍👧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6995D8-8ECB-4778-9244-800901AD8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54733" y="758218"/>
            <a:ext cx="1466539" cy="18649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0109ED-53EB-4649-8255-21A3A9D8B550}"/>
              </a:ext>
            </a:extLst>
          </p:cNvPr>
          <p:cNvSpPr txBox="1"/>
          <p:nvPr/>
        </p:nvSpPr>
        <p:spPr>
          <a:xfrm>
            <a:off x="847166" y="2716305"/>
            <a:ext cx="79830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Women aged (20-30)  Engagement/Marriage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Middle aged women(30-50) family functions and festivals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Elder women(50+) Temple visits and family functions</a:t>
            </a:r>
          </a:p>
        </p:txBody>
      </p:sp>
    </p:spTree>
    <p:extLst>
      <p:ext uri="{BB962C8B-B14F-4D97-AF65-F5344CB8AC3E}">
        <p14:creationId xmlns:p14="http://schemas.microsoft.com/office/powerpoint/2010/main" val="404728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AFC3-741C-478E-A1F2-3F87F599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Value Proposition 💎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1AB88-9C1F-4E16-9BA8-E6EF5F9AA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50 years of Trust</a:t>
            </a:r>
          </a:p>
          <a:p>
            <a:r>
              <a:rPr lang="en-US" dirty="0"/>
              <a:t>Traditional designs</a:t>
            </a:r>
          </a:p>
          <a:p>
            <a:r>
              <a:rPr lang="en-US" dirty="0"/>
              <a:t>Trending designs </a:t>
            </a:r>
          </a:p>
          <a:p>
            <a:r>
              <a:rPr lang="en-US" dirty="0"/>
              <a:t>Personalized customer service</a:t>
            </a:r>
          </a:p>
          <a:p>
            <a:r>
              <a:rPr lang="en-US" dirty="0"/>
              <a:t>Customization of saree</a:t>
            </a:r>
          </a:p>
          <a:p>
            <a:r>
              <a:rPr lang="en-US" dirty="0"/>
              <a:t>Guidance for saree selection</a:t>
            </a:r>
          </a:p>
          <a:p>
            <a:r>
              <a:rPr lang="en-US" dirty="0"/>
              <a:t>Trending  blouse stitching and customization</a:t>
            </a:r>
          </a:p>
          <a:p>
            <a:r>
              <a:rPr lang="en-US" dirty="0"/>
              <a:t>Additionally different type of sarees also available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37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23CF-5AA6-4453-97E0-67A6689D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Resources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0064F8-B25D-44CF-BD65-7A2686135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1636" y="2090172"/>
            <a:ext cx="432842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Silk saree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Trusted suppliers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Skilled sales staff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 retail store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customer trust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capital</a:t>
            </a:r>
          </a:p>
        </p:txBody>
      </p:sp>
    </p:spTree>
    <p:extLst>
      <p:ext uri="{BB962C8B-B14F-4D97-AF65-F5344CB8AC3E}">
        <p14:creationId xmlns:p14="http://schemas.microsoft.com/office/powerpoint/2010/main" val="55585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CC3B-9477-47CC-AFD8-FB57BE99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Channels 📢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5141E5-019B-492E-831B-282C9BD66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447024"/>
            <a:ext cx="638735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Walk-in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of mouth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Family referrals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reputation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Whartsapp</a:t>
            </a:r>
            <a:r>
              <a:rPr lang="en-US" altLang="en-US" dirty="0">
                <a:latin typeface="Arial" panose="020B0604020202020204" pitchFamily="34" charset="0"/>
              </a:rPr>
              <a:t> catalog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Instagram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50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428C4-E5D7-4241-8B97-6E6D0823F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Relationships 🤝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265EE-01BA-4BF6-AC4F-3865C46F5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 </a:t>
            </a:r>
            <a:r>
              <a:rPr lang="en-US" dirty="0" err="1"/>
              <a:t>interations</a:t>
            </a:r>
            <a:endParaRPr lang="en-US" dirty="0"/>
          </a:p>
          <a:p>
            <a:r>
              <a:rPr lang="en-US" dirty="0"/>
              <a:t>Friendly service</a:t>
            </a:r>
          </a:p>
          <a:p>
            <a:r>
              <a:rPr lang="en-US" dirty="0"/>
              <a:t>Long term trust</a:t>
            </a:r>
          </a:p>
          <a:p>
            <a:r>
              <a:rPr lang="en-US" dirty="0"/>
              <a:t>Loyal repeat customers</a:t>
            </a:r>
          </a:p>
          <a:p>
            <a:r>
              <a:rPr lang="en-US" dirty="0"/>
              <a:t>Customer database</a:t>
            </a:r>
          </a:p>
          <a:p>
            <a:r>
              <a:rPr lang="en-US" dirty="0"/>
              <a:t>Festival offer</a:t>
            </a:r>
          </a:p>
          <a:p>
            <a:r>
              <a:rPr lang="en-US" dirty="0"/>
              <a:t>Wedding collection promotions</a:t>
            </a:r>
          </a:p>
          <a:p>
            <a:r>
              <a:rPr lang="en-US" dirty="0"/>
              <a:t>Update for new arrivals</a:t>
            </a:r>
          </a:p>
        </p:txBody>
      </p:sp>
    </p:spTree>
    <p:extLst>
      <p:ext uri="{BB962C8B-B14F-4D97-AF65-F5344CB8AC3E}">
        <p14:creationId xmlns:p14="http://schemas.microsoft.com/office/powerpoint/2010/main" val="253993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A3D6-F0A6-4EBC-AB2A-B54C523B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Revenue Streams 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0AB56-E9DA-4315-B700-2B980D58E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revenue stream</a:t>
            </a:r>
          </a:p>
          <a:p>
            <a:r>
              <a:rPr lang="en-US" dirty="0"/>
              <a:t>Silk saree sales</a:t>
            </a:r>
          </a:p>
          <a:p>
            <a:r>
              <a:rPr lang="en-US" dirty="0"/>
              <a:t>Bridal sarees</a:t>
            </a:r>
          </a:p>
          <a:p>
            <a:r>
              <a:rPr lang="en-US" dirty="0"/>
              <a:t>Festival collections</a:t>
            </a:r>
          </a:p>
          <a:p>
            <a:r>
              <a:rPr lang="en-US" dirty="0"/>
              <a:t>Bulk purchases</a:t>
            </a:r>
          </a:p>
        </p:txBody>
      </p:sp>
    </p:spTree>
    <p:extLst>
      <p:ext uri="{BB962C8B-B14F-4D97-AF65-F5344CB8AC3E}">
        <p14:creationId xmlns:p14="http://schemas.microsoft.com/office/powerpoint/2010/main" val="544283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2AD6E-0DF4-4B0F-9975-F30FEA37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Activities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EFB2-DC4B-4869-9C0A-80ACF07FB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Purchasing from suppliers</a:t>
            </a:r>
          </a:p>
          <a:p>
            <a:r>
              <a:rPr lang="en-US" dirty="0"/>
              <a:t>Managing stock</a:t>
            </a:r>
          </a:p>
          <a:p>
            <a:r>
              <a:rPr lang="en-US" dirty="0"/>
              <a:t>Customer assistance</a:t>
            </a:r>
          </a:p>
          <a:p>
            <a:r>
              <a:rPr lang="en-US" dirty="0"/>
              <a:t>Billing and sales</a:t>
            </a:r>
          </a:p>
          <a:p>
            <a:r>
              <a:rPr lang="en-US" dirty="0"/>
              <a:t>Displaying collections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079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AA5E-185A-41E5-B0B1-1E7C1F41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Key Partners 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37AC6-C8F9-425D-930F-8037CF2D9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Silk saree manufacturers</a:t>
            </a:r>
          </a:p>
          <a:p>
            <a:r>
              <a:rPr lang="en-US" dirty="0"/>
              <a:t>Saree </a:t>
            </a:r>
            <a:r>
              <a:rPr lang="en-US" dirty="0" err="1"/>
              <a:t>wholesallers</a:t>
            </a:r>
            <a:endParaRPr lang="en-US" dirty="0"/>
          </a:p>
          <a:p>
            <a:r>
              <a:rPr lang="en-US" dirty="0"/>
              <a:t>Weavers</a:t>
            </a:r>
          </a:p>
          <a:p>
            <a:r>
              <a:rPr lang="en-US" dirty="0"/>
              <a:t>Tailoring units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4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701B-9752-44FF-9A5D-F8A6856E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 Structure 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E9FCD-687E-4060-9E10-0DB05B920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Saree purchasing cost</a:t>
            </a:r>
          </a:p>
          <a:p>
            <a:r>
              <a:rPr lang="en-US" dirty="0"/>
              <a:t>Staff salaries</a:t>
            </a:r>
          </a:p>
          <a:p>
            <a:r>
              <a:rPr lang="en-US" dirty="0"/>
              <a:t>Shop maintenance</a:t>
            </a:r>
          </a:p>
          <a:p>
            <a:r>
              <a:rPr lang="en-US" dirty="0"/>
              <a:t>Electricity</a:t>
            </a:r>
          </a:p>
          <a:p>
            <a:r>
              <a:rPr lang="en-US" dirty="0"/>
              <a:t>Transportation</a:t>
            </a:r>
          </a:p>
          <a:p>
            <a:r>
              <a:rPr lang="en-US" dirty="0"/>
              <a:t>Packaging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78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192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BUSINESS MODEL CANVAS</vt:lpstr>
      <vt:lpstr>Customer Segments 👩‍👩‍👧</vt:lpstr>
      <vt:lpstr>Value Proposition 💎</vt:lpstr>
      <vt:lpstr>Key Resources </vt:lpstr>
      <vt:lpstr>Channels 📢</vt:lpstr>
      <vt:lpstr>Customer Relationships 🤝 </vt:lpstr>
      <vt:lpstr>Revenue Streams 💰</vt:lpstr>
      <vt:lpstr>Key Activities </vt:lpstr>
      <vt:lpstr> Key Partners 🔗</vt:lpstr>
      <vt:lpstr>Cost Structure 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6</cp:revision>
  <dcterms:created xsi:type="dcterms:W3CDTF">2026-03-12T09:31:13Z</dcterms:created>
  <dcterms:modified xsi:type="dcterms:W3CDTF">2026-03-12T10:21:51Z</dcterms:modified>
</cp:coreProperties>
</file>